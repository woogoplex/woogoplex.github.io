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3612545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3612545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3612545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b361254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3612545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3612545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3612545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b3612545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3612545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361254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612545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3612545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3612545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3612545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9-12 at 4.37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9" y="0"/>
            <a:ext cx="912482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reenshot 2026-09-12 at 4.37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09297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reenshot 2026-09-12 at 4.37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4" y="0"/>
            <a:ext cx="908149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Screenshot 2026-09-12 at 4.38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9" y="0"/>
            <a:ext cx="912482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Screenshot 2026-09-12 at 4.39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24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title="Screenshot 2026-09-12 at 4.40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31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title="Screenshot 2026-09-12 at 4.40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7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Screenshot 2026-09-12 at 4.40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87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